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SAL: Automated SAP Security Monitoring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manual, reactive log review to automated, accountable monitoring.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1417320"/>
            <a:ext cx="5852160" cy="5257800"/>
          </a:xfrm>
          <a:prstGeom prst="rect">
            <a:avLst/>
          </a:prstGeom>
          <a:solidFill>
            <a:srgbClr val="1B2A3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Manual, reactive review — no record of what was reviewed, when, or by whom.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proof of detection coverage or a shrinking review backlog.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live in memory or spreadsheets — nothing forces resolution.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48640" cy="548640"/>
          </a:xfrm>
          <a:prstGeom prst="ellipse">
            <a:avLst/>
          </a:prstGeom>
          <a:solidFill>
            <a:srgbClr val="4BC9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310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— never writes back to SAP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3310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collection, or on demand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9776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46360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detection rules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39776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yrs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46360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disposition history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5394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tracked to resolution — full audit trail, every time.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From Pilot to Full-Landscape Coverage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is already validated against real data before it ships.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38728" cy="484632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9050">
            <a:solidFill>
              <a:srgbClr val="4BC98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BC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7627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Today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299008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 live — collect, detect, and resolve findings end to end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detection rules across 5 risk categories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Piloting on Development (1 of 4 environments)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554480"/>
            <a:ext cx="3538728" cy="484632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9050">
            <a:solidFill>
              <a:srgbClr val="21A6B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9432" y="182880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17627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3063240"/>
            <a:ext cx="299008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comparison — flag access that looks unusual vs. similar users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of emergency (“Firefighter”) access sessions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from Development to QA, Production, and Sandbox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93024" y="1554480"/>
            <a:ext cx="3538728" cy="484632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9050">
            <a:solidFill>
              <a:srgbClr val="6B7A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67344" y="182880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67344" y="217627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Horizon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67344" y="3063240"/>
            <a:ext cx="299008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the database as usage grows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Plain-English Q&amp;A and auto-summaries, powered by AI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the tool’s own SAP access to only what it needs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2026-09-22T08:37:14Z</dcterms:created>
  <dcterms:modified xsi:type="dcterms:W3CDTF">2026-09-22T08:37:14Z</dcterms:modified>
</cp:coreProperties>
</file>
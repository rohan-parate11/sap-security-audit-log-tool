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SAL: Automated SAP Security Monitoring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1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manual, reactive log review to automated, accountable monitoring.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575304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21A6B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09728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36192"/>
            <a:ext cx="31181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 connects to SAP over RFC and automatically reviews Security Audit Log activity, running the same rule-based checks every time — so coverage never depends on memory or manual effort.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06824" y="914400"/>
            <a:ext cx="3575304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4BC98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35424" y="109728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C9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35424" y="1536192"/>
            <a:ext cx="31181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33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deterministic detection rules across 5 risk categories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33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automated collection, or on demand for any range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33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tracked to resolution with a full audit trail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33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Severity-based SLA / aging tracking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56448" y="914400"/>
            <a:ext cx="3575304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4BC98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5048" y="109728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C9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to Customer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85048" y="1536192"/>
            <a:ext cx="31181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33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of manual review replaced by automated daily checks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33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coverage — same rules, every system, every time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33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Audit-ready evidence — 7-year disposition history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33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— zero risk to SAP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3575304" cy="2743200"/>
          </a:xfrm>
          <a:prstGeom prst="roundRect">
            <a:avLst>
              <a:gd name="adj" fmla="val 2667"/>
            </a:avLst>
          </a:prstGeom>
          <a:solidFill>
            <a:srgbClr val="1B2A3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397764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416552"/>
            <a:ext cx="31181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Manual, reactive review — no record of what was reviewed, when, or by whom.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proof of detection coverage or a shrinking review backlog.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live in memory or spreadsheets — nothing forces resolution.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06824" y="3794760"/>
            <a:ext cx="3575304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21A6B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35424" y="397764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35424" y="4416552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535424" y="4892040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33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163056" y="4416552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163056" y="4892040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33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collection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4535424" y="5431536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535424" y="5907024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33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rules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6163056" y="5431536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yrs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163056" y="5907024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33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156448" y="3794760"/>
            <a:ext cx="3575304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6B7A8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85048" y="397764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385048" y="4416552"/>
            <a:ext cx="31181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4BC9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— 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33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platform live, 14 rules across 5 categories</a:t>
            </a:r>
            <a:endParaRPr lang="en-US" sz="10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1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— 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33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comparison &amp; emergency-access session review</a:t>
            </a:r>
            <a:endParaRPr lang="en-US" sz="100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6B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— 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33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Bigger database, AI-powered Q&amp;A &amp; summaries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2026-09-22T13:36:25Z</dcterms:created>
  <dcterms:modified xsi:type="dcterms:W3CDTF">2026-09-22T13:36:25Z</dcterms:modified>
</cp:coreProperties>
</file>